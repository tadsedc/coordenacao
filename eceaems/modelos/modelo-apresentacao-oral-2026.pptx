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11C76F-CB49-7937-D679-F5173BA130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DBD61E0-2390-C006-CFA1-C5FAF1AF86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B83CC7-530F-CD3C-5E07-B1BE7F687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525B84-388B-FA57-D892-F122AFD1E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1B542E3-CCD8-27B9-C009-7C5B94BAF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2766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C1547B-F6A3-029F-32A4-999803977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66CA28-A1FC-E262-4A53-E84D1A46B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2F472-36FE-5801-E26C-18284557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D5D505-DAA9-36C8-DE95-E5CAEFD91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D9FC9E8-2EA2-4A5A-0B56-D8C63E868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02246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D8C88-5B00-DE44-4829-C173E14CC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01F8A4D-B5B3-2A74-F0D2-B4DC295E2C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8E18E1-CC2D-9028-906F-7DB569F66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A9A799-9AEF-ADCB-2290-9BDF2091F2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09EC29-83AE-8E32-2BE5-4B7EAD793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137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BF33B4E-9931-2819-D6E3-FF0917601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93E8039-4F86-565E-113C-ECCB44539E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B52367D-0042-97E5-0BDC-FC80CDA5C7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E4E797A-4C3D-C219-FBB3-F040800D7E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AD8706C-3408-8CA6-8FB1-CC36E917E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525BA0E-5F60-CF5D-10FD-304969CE1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9825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2E3575-FF79-203F-36E3-BA5330394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9C1468-7AB3-5DBF-78F2-2C5CD4B33B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428AAC6-6A94-DE8F-2C78-B04E9B4A6F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3E26378-D8AB-BC15-0191-4B64ACCAF48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BA3AF59-D19E-1252-6FA0-FF7688C101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25AC4241-EF80-F9E1-CE83-1792BE525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B6A4CF4-2F5F-2D1B-78D3-F07DC7EC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4D49FB3-F937-DE76-486A-10B83002C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571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FE19DC-29CE-499F-1525-4392117DA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65211A0-D37F-0A63-48CD-D5CDC7C86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3B208E4-23F4-9392-3E90-07D70157CC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EFA0080-E019-8809-3CDE-17E6BE3F68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86992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552A008C-850B-4D33-C23A-F1DDAEA47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14F8EF9-0302-742E-2C42-0B38E5F11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6A2583-8BD1-9AD4-8C0C-8E0758614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92538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7F7879-37F8-56D1-A1ED-0DE6876958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AE0B49-BEB5-60F0-73AB-90A768148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01D419D-01F9-7329-47F6-E44AAE5660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4D2C44-FD11-94AA-22FD-3DF675C65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C712C2-67CB-4929-B97A-464920F5C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08332CB-2CE6-C836-48D6-6D3F037A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4155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67FAC2-A27B-81C3-86CD-71270A48AE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F34FE10F-715A-A0A5-EBFE-6AF33ED27F5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66B52C9-D5BF-7E6F-DB62-592DFD164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02B0984-E564-A60B-407B-468FFB5814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64B2015-B41D-6AFD-88A8-FE57890D4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0D3141D-2D29-A05D-7EA5-40AE62EA1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9584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C3082-BBEC-EA06-FEAD-028075E3B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C7BE4CB-8B7B-FCC9-6600-784D3868A2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274F876-1AF5-A264-401B-69FC7AAE7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26839B-4531-6BE3-35BF-EAD9B646B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8F93FA-2759-B245-8484-70935EEAF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0147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5D3BF2E-9063-1413-399C-3F55F37AC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453D206-C18E-1DF1-E700-51C3FDDEBF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CD6B63-99CF-632B-0CE3-6801074A5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6EF00B3-C623-E227-D657-1E6F77A41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75B363-D97F-D73B-CB23-5F2ADF503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440954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BA94205-D1CF-9D97-4611-ADAFC9EB31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D9C96BC-0CFF-4456-CB40-3D10C03046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589CB23-F539-C53B-F932-55AFD7EE69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2BAA66-842B-46AD-945C-84586F5EA426}" type="datetimeFigureOut">
              <a:rPr lang="pt-BR" smtClean="0"/>
              <a:t>28/08/2026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E4C8F6-8E96-F93B-C623-3A7331ED0B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216ADD-FBAA-260E-36DF-4B29788FB3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20DCF8-B09D-4218-9A27-EA3FC972C44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86564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88FCB-A4B4-D32D-7EDF-E6D83224A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6FB66066-A939-0D00-D5C1-C5EF9FA338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90" t="11254" r="64269" b="25650"/>
          <a:stretch/>
        </p:blipFill>
        <p:spPr bwMode="auto">
          <a:xfrm>
            <a:off x="858000" y="2753852"/>
            <a:ext cx="10476000" cy="3722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A8481532-3AD2-7D8B-A84E-BA9089237E03}"/>
              </a:ext>
            </a:extLst>
          </p:cNvPr>
          <p:cNvSpPr txBox="1"/>
          <p:nvPr/>
        </p:nvSpPr>
        <p:spPr>
          <a:xfrm>
            <a:off x="202464" y="159583"/>
            <a:ext cx="11787073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3000" b="1" dirty="0">
                <a:latin typeface="Amasis MT Pro Black" panose="020F0502020204030204" pitchFamily="18" charset="0"/>
              </a:rPr>
              <a:t>XVIII ENCONTRO CIENTÍFICO DOS ESTUDANTES DA AEMS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F77DC58-5C22-105B-67BA-3D29855CA9C5}"/>
              </a:ext>
            </a:extLst>
          </p:cNvPr>
          <p:cNvSpPr txBox="1"/>
          <p:nvPr/>
        </p:nvSpPr>
        <p:spPr>
          <a:xfrm>
            <a:off x="0" y="6488668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14.10.2026</a:t>
            </a:r>
            <a:endParaRPr kumimoji="0" lang="pt-BR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0A1A5FD-3C91-C367-8260-488D8DAF368A}"/>
              </a:ext>
            </a:extLst>
          </p:cNvPr>
          <p:cNvSpPr txBox="1"/>
          <p:nvPr/>
        </p:nvSpPr>
        <p:spPr>
          <a:xfrm>
            <a:off x="3563800" y="1531720"/>
            <a:ext cx="506440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TÍTULO DO ARTIGO</a:t>
            </a:r>
            <a:endParaRPr kumimoji="0" lang="pt-BR" sz="4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DABC589-AA9A-F8E1-9E04-8A42B5D303EC}"/>
              </a:ext>
            </a:extLst>
          </p:cNvPr>
          <p:cNvSpPr txBox="1"/>
          <p:nvPr/>
        </p:nvSpPr>
        <p:spPr>
          <a:xfrm>
            <a:off x="5323994" y="3057745"/>
            <a:ext cx="15440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Autores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7B877D8-6EBC-73EE-246A-B899C68F9A07}"/>
              </a:ext>
            </a:extLst>
          </p:cNvPr>
          <p:cNvSpPr txBox="1"/>
          <p:nvPr/>
        </p:nvSpPr>
        <p:spPr>
          <a:xfrm>
            <a:off x="5484294" y="4399103"/>
            <a:ext cx="122341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Curso</a:t>
            </a:r>
            <a:endParaRPr kumimoji="0" lang="pt-BR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BB05E5CA-2432-8B10-296E-0812DB2D58C6}"/>
              </a:ext>
            </a:extLst>
          </p:cNvPr>
          <p:cNvSpPr txBox="1"/>
          <p:nvPr/>
        </p:nvSpPr>
        <p:spPr>
          <a:xfrm>
            <a:off x="9083457" y="6488668"/>
            <a:ext cx="31085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Orientador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: Prof</a:t>
            </a:r>
            <a:r>
              <a:rPr kumimoji="0" lang="en-US" b="1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(a).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</a:t>
            </a:r>
            <a:r>
              <a:rPr kumimoji="0" lang="en-US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título</a:t>
            </a: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)  </a:t>
            </a:r>
            <a:endParaRPr kumimoji="0" lang="pt-BR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189963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</TotalTime>
  <Words>22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Amasis MT Pro Black</vt:lpstr>
      <vt:lpstr>Arial</vt:lpstr>
      <vt:lpstr>Calibri</vt:lpstr>
      <vt:lpstr>Calibri Light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Catarina Akiko Miyamoto</dc:creator>
  <cp:lastModifiedBy>Catarina Miyamoto</cp:lastModifiedBy>
  <cp:revision>8</cp:revision>
  <dcterms:created xsi:type="dcterms:W3CDTF">2023-03-09T14:54:24Z</dcterms:created>
  <dcterms:modified xsi:type="dcterms:W3CDTF">2026-08-28T19:20:07Z</dcterms:modified>
</cp:coreProperties>
</file>